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2671f6f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2671f6f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2ccd73a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2ccd73a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2ccd73a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2ccd73a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2ccd73aa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2ccd73aa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2ccd73aa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2ccd73aa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2ccd73a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2ccd73a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rive.google.com/file/d/1iNEnyODZg9zWASwjDUJwZiuTtlfePP0O/view?usp=drive_lin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Faculty Orientation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E-Co-Op</a:t>
            </a:r>
            <a:endParaRPr/>
          </a:p>
          <a:p>
            <a:pPr indent="0" lvl="0" marL="0" rtl="0" algn="ctr">
              <a:spcBef>
                <a:spcPts val="0"/>
              </a:spcBef>
              <a:spcAft>
                <a:spcPts val="0"/>
              </a:spcAft>
              <a:buNone/>
            </a:pPr>
            <a:r>
              <a:rPr lang="en"/>
              <a:t>CSHINE, KLE Technological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E-Co-Op details</a:t>
            </a:r>
            <a:endParaRPr/>
          </a:p>
          <a:p>
            <a:pPr indent="-342900" lvl="0" marL="457200" rtl="0" algn="l">
              <a:spcBef>
                <a:spcPts val="0"/>
              </a:spcBef>
              <a:spcAft>
                <a:spcPts val="0"/>
              </a:spcAft>
              <a:buSzPts val="1800"/>
              <a:buAutoNum type="arabicPeriod"/>
            </a:pPr>
            <a:r>
              <a:rPr lang="en"/>
              <a:t>Faculty Responsibilities</a:t>
            </a:r>
            <a:endParaRPr/>
          </a:p>
          <a:p>
            <a:pPr indent="-342900" lvl="0" marL="457200" rtl="0" algn="l">
              <a:spcBef>
                <a:spcPts val="0"/>
              </a:spcBef>
              <a:spcAft>
                <a:spcPts val="0"/>
              </a:spcAft>
              <a:buSzPts val="1800"/>
              <a:buAutoNum type="arabicPeriod"/>
            </a:pPr>
            <a:r>
              <a:rPr lang="en"/>
              <a:t>Customer Insight Survey</a:t>
            </a:r>
            <a:endParaRPr/>
          </a:p>
          <a:p>
            <a:pPr indent="-342900" lvl="0" marL="457200" rtl="0" algn="l">
              <a:spcBef>
                <a:spcPts val="0"/>
              </a:spcBef>
              <a:spcAft>
                <a:spcPts val="0"/>
              </a:spcAft>
              <a:buSzPts val="1800"/>
              <a:buAutoNum type="arabicPeriod"/>
            </a:pPr>
            <a:r>
              <a:rPr lang="en"/>
              <a:t>Developing tailored questionnaire for student projects</a:t>
            </a:r>
            <a:endParaRPr/>
          </a:p>
          <a:p>
            <a:pPr indent="-342900" lvl="0" marL="457200" rtl="0" algn="l">
              <a:spcBef>
                <a:spcPts val="0"/>
              </a:spcBef>
              <a:spcAft>
                <a:spcPts val="0"/>
              </a:spcAft>
              <a:buSzPts val="1800"/>
              <a:buAutoNum type="arabicPeriod"/>
            </a:pPr>
            <a:r>
              <a:rPr lang="en"/>
              <a:t>Faculty Incentives</a:t>
            </a:r>
            <a:endParaRPr/>
          </a:p>
          <a:p>
            <a:pPr indent="-342900" lvl="0" marL="457200" rtl="0" algn="l">
              <a:spcBef>
                <a:spcPts val="0"/>
              </a:spcBef>
              <a:spcAft>
                <a:spcPts val="0"/>
              </a:spcAft>
              <a:buSzPts val="1800"/>
              <a:buAutoNum type="arabicPeriod"/>
            </a:pPr>
            <a:r>
              <a:rPr lang="en"/>
              <a:t>TRL Readiness levels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E-Co-Op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Entrepreneurship Cohort Program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Faculty Responsibilities</a:t>
            </a:r>
            <a:endParaRPr/>
          </a:p>
        </p:txBody>
      </p:sp>
      <p:sp>
        <p:nvSpPr>
          <p:cNvPr id="73" name="Google Shape;73;p16"/>
          <p:cNvSpPr txBox="1"/>
          <p:nvPr>
            <p:ph idx="1" type="body"/>
          </p:nvPr>
        </p:nvSpPr>
        <p:spPr>
          <a:xfrm>
            <a:off x="311700" y="1152475"/>
            <a:ext cx="8520600" cy="37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Overall Responsibility is to help students build and design products that are commercially viable. </a:t>
            </a:r>
            <a:endParaRPr/>
          </a:p>
          <a:p>
            <a:pPr indent="0" lvl="0" marL="0" rtl="0" algn="l">
              <a:spcBef>
                <a:spcPts val="1200"/>
              </a:spcBef>
              <a:spcAft>
                <a:spcPts val="1200"/>
              </a:spcAft>
              <a:buNone/>
            </a:pPr>
            <a:r>
              <a:rPr lang="en"/>
              <a:t>By the end of coming 7th semester the students should be able to showcase an MVP (minimum viable product).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Tasks with due dates</a:t>
            </a:r>
            <a:endParaRPr/>
          </a:p>
        </p:txBody>
      </p:sp>
      <p:sp>
        <p:nvSpPr>
          <p:cNvPr id="79" name="Google Shape;79;p17"/>
          <p:cNvSpPr txBox="1"/>
          <p:nvPr>
            <p:ph idx="1" type="body"/>
          </p:nvPr>
        </p:nvSpPr>
        <p:spPr>
          <a:xfrm>
            <a:off x="311700" y="1152475"/>
            <a:ext cx="8520600" cy="38649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a:t>Mapping the current 6th semester project outcome with TRL levels</a:t>
            </a:r>
            <a:endParaRPr/>
          </a:p>
          <a:p>
            <a:pPr indent="-317500" lvl="1" marL="914400" rtl="0" algn="l">
              <a:spcBef>
                <a:spcPts val="0"/>
              </a:spcBef>
              <a:spcAft>
                <a:spcPts val="0"/>
              </a:spcAft>
              <a:buSzPts val="1400"/>
              <a:buAutoNum type="alphaLcPeriod"/>
            </a:pPr>
            <a:r>
              <a:rPr lang="en"/>
              <a:t>Share this information with us by 4th July</a:t>
            </a:r>
            <a:endParaRPr/>
          </a:p>
          <a:p>
            <a:pPr indent="-342900" lvl="0" marL="457200" rtl="0" algn="l">
              <a:spcBef>
                <a:spcPts val="0"/>
              </a:spcBef>
              <a:spcAft>
                <a:spcPts val="0"/>
              </a:spcAft>
              <a:buSzPts val="1800"/>
              <a:buAutoNum type="arabicPeriod"/>
            </a:pPr>
            <a:r>
              <a:rPr lang="en"/>
              <a:t>Review the Customer insight survey that students shall collect and share your insights with us</a:t>
            </a:r>
            <a:endParaRPr/>
          </a:p>
          <a:p>
            <a:pPr indent="-317500" lvl="1" marL="914400" rtl="0" algn="l">
              <a:spcBef>
                <a:spcPts val="0"/>
              </a:spcBef>
              <a:spcAft>
                <a:spcPts val="0"/>
              </a:spcAft>
              <a:buSzPts val="1400"/>
              <a:buAutoNum type="alphaLcPeriod"/>
            </a:pPr>
            <a:r>
              <a:rPr lang="en"/>
              <a:t>Is it is a real problem? </a:t>
            </a:r>
            <a:endParaRPr/>
          </a:p>
          <a:p>
            <a:pPr indent="-317500" lvl="1" marL="914400" rtl="0" algn="l">
              <a:spcBef>
                <a:spcPts val="0"/>
              </a:spcBef>
              <a:spcAft>
                <a:spcPts val="0"/>
              </a:spcAft>
              <a:buSzPts val="1400"/>
              <a:buAutoNum type="alphaLcPeriod"/>
            </a:pPr>
            <a:r>
              <a:rPr lang="en"/>
              <a:t>How is currently being solved?</a:t>
            </a:r>
            <a:endParaRPr/>
          </a:p>
          <a:p>
            <a:pPr indent="-317500" lvl="1" marL="914400" rtl="0" algn="l">
              <a:spcBef>
                <a:spcPts val="0"/>
              </a:spcBef>
              <a:spcAft>
                <a:spcPts val="0"/>
              </a:spcAft>
              <a:buSzPts val="1400"/>
              <a:buAutoNum type="alphaLcPeriod"/>
            </a:pPr>
            <a:r>
              <a:rPr lang="en"/>
              <a:t>Whose problem is it (market)?</a:t>
            </a:r>
            <a:endParaRPr/>
          </a:p>
          <a:p>
            <a:pPr indent="-317500" lvl="1" marL="914400" rtl="0" algn="l">
              <a:spcBef>
                <a:spcPts val="0"/>
              </a:spcBef>
              <a:spcAft>
                <a:spcPts val="0"/>
              </a:spcAft>
              <a:buSzPts val="1400"/>
              <a:buAutoNum type="alphaLcPeriod"/>
            </a:pPr>
            <a:r>
              <a:rPr lang="en"/>
              <a:t>Is customer interested in our solution.</a:t>
            </a:r>
            <a:endParaRPr/>
          </a:p>
          <a:p>
            <a:pPr indent="-317500" lvl="1" marL="914400" rtl="0" algn="l">
              <a:spcBef>
                <a:spcPts val="0"/>
              </a:spcBef>
              <a:spcAft>
                <a:spcPts val="0"/>
              </a:spcAft>
              <a:buSzPts val="1400"/>
              <a:buAutoNum type="alphaLcPeriod"/>
            </a:pPr>
            <a:r>
              <a:rPr lang="en"/>
              <a:t>Are they willing pay for it?    				Share this information with us by 4th August </a:t>
            </a:r>
            <a:endParaRPr/>
          </a:p>
          <a:p>
            <a:pPr indent="-342900" lvl="0" marL="457200" rtl="0" algn="l">
              <a:spcBef>
                <a:spcPts val="0"/>
              </a:spcBef>
              <a:spcAft>
                <a:spcPts val="0"/>
              </a:spcAft>
              <a:buSzPts val="1800"/>
              <a:buAutoNum type="arabicPeriod"/>
            </a:pPr>
            <a:r>
              <a:rPr lang="en"/>
              <a:t>Based on the insights gathered from your interactions with potential users, redefine your project's expected deliverables to be achieved by the end of the 7th semester. Also specify the target Technology Readiness Level (TRL) you aim to achieve.</a:t>
            </a:r>
            <a:endParaRPr/>
          </a:p>
          <a:p>
            <a:pPr indent="-317500" lvl="1" marL="914400" rtl="0" algn="l">
              <a:spcBef>
                <a:spcPts val="0"/>
              </a:spcBef>
              <a:spcAft>
                <a:spcPts val="0"/>
              </a:spcAft>
              <a:buSzPts val="1400"/>
              <a:buAutoNum type="alphaLcPeriod"/>
            </a:pPr>
            <a:r>
              <a:rPr lang="en"/>
              <a:t>Share this with us by 10th August</a:t>
            </a:r>
            <a:endParaRPr/>
          </a:p>
          <a:p>
            <a:pPr indent="-342900" lvl="0" marL="457200" rtl="0" algn="l">
              <a:spcBef>
                <a:spcPts val="0"/>
              </a:spcBef>
              <a:spcAft>
                <a:spcPts val="0"/>
              </a:spcAft>
              <a:buSzPts val="1800"/>
              <a:buAutoNum type="arabicPeriod"/>
            </a:pPr>
            <a:r>
              <a:rPr lang="en"/>
              <a:t>More to follow after semester start.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Customer Insight Survey</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Link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Faculty Incentives</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