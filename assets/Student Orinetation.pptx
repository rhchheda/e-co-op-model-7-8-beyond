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Orientation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E-Co-Op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CSHINE, KLE Technological University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